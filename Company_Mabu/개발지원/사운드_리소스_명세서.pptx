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리소스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· SFX · 기술 가이드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개발지원팀 (사운드)  |  마부 인터랙티브  |  2026.02.11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FE6E9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리스트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 배경 음악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개발지원팀 (사운드)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마부 인터랙티브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사운드 리소스 명세서</dc:title>
  <dc:subject>사운드 컨셉 및 기술 가이드</dc:subject>
  <dc:creator>개발지원팀</dc:creator>
  <cp:lastModifiedBy>개발지원팀</cp:lastModifiedBy>
  <cp:revision>1</cp:revision>
  <dcterms:created xsi:type="dcterms:W3CDTF">2026-02-10T17:07:47Z</dcterms:created>
  <dcterms:modified xsi:type="dcterms:W3CDTF">2026-02-10T17:07:47Z</dcterms:modified>
</cp:coreProperties>
</file>