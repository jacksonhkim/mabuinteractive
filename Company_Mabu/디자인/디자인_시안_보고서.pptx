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시안 보고서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4114800"/>
            <a:ext cx="1828800" cy="45720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· 에너미 · 보스 · 배경 컨셉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한순이 (아트 디렉터)  |  마부 인터랙티브  |  2026.02.11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FE6E9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디자인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1371600" cy="4572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18288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(Toto)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 (주인공)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5486400" cy="41148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안경을 쓴 귀여운 꿀벌 디자인 확정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날개 짓의 떨림 + 안경 반짝임 애니메이션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8방향 비행 기울기 대응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표정 변화: 평범, 놀람, 분노, 슬픔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BE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📎 ch_player1.png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한순이 (아트 디렉터) — 디자인팀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마부 인터랙티브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 시안 보고서</dc:title>
  <dc:subject>캐릭터 및 보스 디자인</dc:subject>
  <dc:creator>한순이 (아트 디렉터)</dc:creator>
  <cp:lastModifiedBy>한순이 (아트 디렉터)</cp:lastModifiedBy>
  <cp:revision>1</cp:revision>
  <dcterms:created xsi:type="dcterms:W3CDTF">2026-02-10T17:07:47Z</dcterms:created>
  <dcterms:modified xsi:type="dcterms:W3CDTF">2026-02-10T17:07:47Z</dcterms:modified>
</cp:coreProperties>
</file>