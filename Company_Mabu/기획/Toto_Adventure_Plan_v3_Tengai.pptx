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</a:rPr>
              <a:t>The Adventure of Toto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E5E"/>
                </a:solidFill>
              </a:rPr>
              <a:t>PROJECT: TENGAI STYLE (Final)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종합 기획서 V3.0 (피드백 반영본)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Mabu Interactive 기획팀 &amp; 리서치팀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기획 의도: '텐가이'의 영혼 계승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핵심 목표: '슈팅'과 '캐릭터 드라마'의 결합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단순한 파괴의 재미를 넘어, 선택와 연출이 있는 슈팅 게임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차별화 포인트 (V3 업데이트)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1. 분기 선택 (Branching): 플레이어의 선택에 따라 변화하는 전장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2. 캐릭터 만담 (Dialogues): 스테이지 클리어 후 펼쳐지는 코믹 드라마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3. 타격감 (Impact): '와스프 장군' 등 거대 보스의 부위 파괴 연출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조작 및 시스템 상세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조작 체계 (3-Button Action)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[A] 샷: 연타 시 기본 공격, 누르고 있으면 '옵션'이 적을 추적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[A 해제] 차지 샷 (Charge): 모아쏘기로 강력한 '로얄 스팅어' 발사 (관통)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[B] 폭탄 (Bomb): '허니 스톰' - 위기 탈출용 전멸기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스코어링: '황금 코인' (Coin Mechanics)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적 격파 시 금화 드랍 (회전 애니메이션)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금화가 정면을 보며 '반짝'일 때 획득 시 최대 점수 (2000점) 획득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타이밍을 맞추는 리듬감 있는 파밍 요소 추가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스테이지 구성 &amp; 분기 시스템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Branch Option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E5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매직 포레스트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분기 없음 (튜토리얼 보스전)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고대 유적 입구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[상단 루트] 구름 위 하늘성 (공중전 위주)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[하단 루트] 지하 수로 (장애물 회피 위주)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메카 하이브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선택한 루트에 따라 중간 보스 변경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코어 챔버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최종 보스 '와스프 장군' (변신 패턴)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스토리텔링 &amp; 만담 연출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'만담(Manzai)' 데모 시스템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스테이지 클리어 시, 다음 스테이지로 넘어가기 전 짧은 컷신 재생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또또(주인공)와 나비(라이벌)의 티키타카 대화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예: '이봐 또또, 꿀은 내가 먼저 찾았어!' / '흥, 두고 보자!'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캐릭터 엔딩 (Ending)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클리어 점수와 선택한 분기에 따라 '개그 엔딩' 또는 '진지 엔딩' 출력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2026-02-11T07:47:43Z</dcterms:created>
  <dcterms:modified xsi:type="dcterms:W3CDTF">2026-02-11T07:47:43Z</dcterms:modified>
</cp:coreProperties>
</file>