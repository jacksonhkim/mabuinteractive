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The Adventure of Toto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E5E"/>
                </a:solidFill>
              </a:rPr>
              <a:t>PROJECT: RE-BOOT (Tengai Style)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종합 기획서 V2.0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Mabu Interactive 기획팀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기획 의도 및 레퍼런스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핵심 모티브: '텐가이 (Sengoku Blade)'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단순 비행 슈팅을 넘어선 '캐릭터 액션 슈팅' 지향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횡스크롤(Side-scrolling) 뷰의 장점을 살린 다이나믹한 연출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차별화 포인트 (Toto's Unique Selling Point)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귀여운 픽셀 아트(V5)와 하드코어한 탄막 패턴의 조화 ('매운맛 꿀벌')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'차지 샷(Charge Shot)' 시스템을 통한 한 방 역전 쾌감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자연물(곤충)과 기계(Mecha)가 결합된 독창적인 스팀펑크 세계관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조작 방식 (Control Mechanics)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◈ 8방향 자유 이동 (Joystick / Arrow Keys)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- 화면 전체를 아우르는 고속 이동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◈ 공격 시스템 (3-Button Action)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1. [A] 기본 사격 (Shot): 연타 시 기관총처럼 발사. (파워업 아이템으로 3단계 강화)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2. [A 길게 누르기] 차지 샷 (Charge Shot): '로얄 스팅어(Royal Stinger)' 발동.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   -&gt; 캐릭터가 잠시 멈추고 거대한 에너지를 모아 전방을 관통하는 벌침 발사.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3. [B] 폭탄 (Bomb): '허니 스톰(Honey Storm)'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   -&gt; 위급 상황 회피기. 화면 전체에 꿀 폭풍을 일으켜 적 탄환 소거 및 데미지.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캐릭터 시스템 (Character &amp; Options)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주인공: 또또 (Toto)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타입: 밸런스형 전천후 파이터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특징: 이동 속도 빠름, 피격 판정이 작음 (가운데 점 하나)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보조 무기: '옵션' (Pet System)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이름: 반딧불이 드론 (Firefly Drone)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기능: 또또 주변을 공전하며 자동으로 적을 추적하여 레이저 발사.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텐가이의 '펫' 시스템 처럼 주인공의 화력을 보조하고 특정 궤도로 움직임.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파워업 (Power-up)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P 아이템 획득 시: 샷 줄기 증가 -&gt; 옵션 추가 -&gt; 샷 관통력 증가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보스 디자인: 와스프 장군 (Mecha-Wasp)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컨셉: 생체 병기 (Cyborg Insect)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숲을 지배하려는 말벌 군단의 리더. 반은 곤충, 반은 강철.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페이즈 (Phase) 구성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[Phase 1] 고속 비행 모드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- 화면 뒤쪽에서 나타나 유도 미사일과 기총 소사.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[Phase 2] 변신 (Transformation)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- '인간형 메카' 형태로 변형. (텐가이 보스들의 특징)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- 거대한 레이저 검과 탄막 패턴 구사.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격파 연출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장갑이 파괴되며 내부의 기계 장치가 노출되고, 대폭발과 함께 아이템 대량 드랍.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스테이지 로드맵 (Roadmap)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매직 포레스트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평화롭지만 위험한 숲. 기본적인 적과 장애물 등장.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스카이 루인 (Sky Ruins)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구름 위의 고대 유적. 고속 스크롤 강제 진행 구간.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메카 하이브 (Mecha Hive)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적의 본거지. 기계화된 벌집 내부. 좁은 통로와 함정.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FINAL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코어 챔버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최종 보스와의 결전.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개발 일정 (Timeline)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1주차: 차지 샷 및 폭탄 시스템 구현 (시스템 코어)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2주차: 스테이지 1 리뉴얼 및 적 패턴 다양화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3주차: 보스 '와스프 장군' AI 및 변신 애니메이션 구현 (V5 픽셀 아트)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4주차: 사운드 믹싱 및 최종 밸런스 테스트 (QA)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2026-02-11T07:46:43Z</dcterms:created>
  <dcterms:modified xsi:type="dcterms:W3CDTF">2026-02-11T07:46:43Z</dcterms:modified>
</cp:coreProperties>
</file>