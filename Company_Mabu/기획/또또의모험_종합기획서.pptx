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18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🐝 또또의 모험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기획서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· 시스템 · 콘텐츠 · UI/UX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 (기획팀장)  |  마부 인터랙티브  |  2026.02.11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기획서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시놉시스, 10 스테이지 서사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기획서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조작, 아이템, 속성 변신 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기획서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디자인, 수집 요소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기획서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HUD, 대화창, 메뉴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기획서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시놉시스 및 스테이지별 서사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SYNOPSIS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1801955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평화로운 꿀벌 마을의 최고 비행사 '또또'.</a:t>
            </a:r>
            <a:endParaRPr lang="en-US" sz="1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날 말벌 부대와 정체불명의 드론들이 마을을 습격하여 여왕벌과 동료들을 납치한다.</a:t>
            </a:r>
            <a:endParaRPr lang="en-US" sz="1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또또는 그들의 배후에 숲을 기계 공장으로 만들려는 '기계 제국'이 있음을 알게 되고, 홀로 제국의 심장부로 향한다.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기획서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· 아이템 · 속성 변신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변신 아이템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5720" cy="1097280"/>
          </a:xfrm>
          <a:prstGeom prst="rect">
            <a:avLst/>
          </a:prstGeom>
          <a:solidFill>
            <a:srgbClr val="FF5E5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파이어 칠리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전방 화염 방사  |  추천: Stage 2, 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45720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❄️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 민트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3갈래 유도 얼음  |  추천: Stage 1, 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45720" cy="1097280"/>
          </a:xfrm>
          <a:prstGeom prst="rect">
            <a:avLst/>
          </a:prstGeom>
          <a:solidFill>
            <a:srgbClr val="FFA56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1168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썬더 레몬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레이저  |  추천: Stage 3, 7, 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뽀 (기획팀장) — 기획팀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마부 인터랙티브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</Words>
  <Application>Microsoft Office PowerPoint</Application>
  <PresentationFormat>와이드스크린</PresentationFormat>
  <Paragraphs>53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종합 기획서</dc:title>
  <dc:subject>또또의 모험 종합 기획서</dc:subject>
  <dc:creator>뽀 (기획팀장)</dc:creator>
  <cp:lastModifiedBy>JACKSON</cp:lastModifiedBy>
  <cp:revision>3</cp:revision>
  <dcterms:created xsi:type="dcterms:W3CDTF">2026-02-10T17:07:47Z</dcterms:created>
  <dcterms:modified xsi:type="dcterms:W3CDTF">2026-02-10T17:46:26Z</dcterms:modified>
</cp:coreProperties>
</file>