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텐가이 시스템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리서치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메커니즘 심층 분석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피터 (총괄 사업PM)  |  마부 인터랙티브  |  2026.02.11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FE6E9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및 판정 시스템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13716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피터 (총괄 사업PM) — 사업팀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마부 인터랙티브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마부 인터랙티브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텐가이 시스템 분석</dc:title>
  <dc:subject>심층 리서치</dc:subject>
  <dc:creator>피터 (총괄 사업PM)</dc:creator>
  <cp:lastModifiedBy>피터 (총괄 사업PM)</cp:lastModifiedBy>
  <cp:revision>1</cp:revision>
  <dcterms:created xsi:type="dcterms:W3CDTF">2026-02-10T17:07:47Z</dcterms:created>
  <dcterms:modified xsi:type="dcterms:W3CDTF">2026-02-10T17:07:47Z</dcterms:modified>
</cp:coreProperties>
</file>