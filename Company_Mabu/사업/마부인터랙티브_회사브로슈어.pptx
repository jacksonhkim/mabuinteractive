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9618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MABU INTERACTIVE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마부 인터랙티브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소개 브로슈어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 Drive Experience.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마부 인터랙티브는 유저의 경험을 주도하는</a:t>
            </a:r>
            <a:endParaRPr lang="en-US" sz="2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게임 개발 스튜디오입니다.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"마부(Mabu)"처럼 게임이라는 마차를 능숙하게 이끌어</a:t>
            </a:r>
            <a:endParaRPr lang="en-US" sz="16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즐길 수 있는 최고의 여정을 선사합니다.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5486400"/>
            <a:ext cx="457200" cy="1828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5029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5486400"/>
            <a:ext cx="457200" cy="1828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5029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TITLE: TOTO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0" y="5486400"/>
            <a:ext cx="457200" cy="18288"/>
          </a:xfrm>
          <a:prstGeom prst="rect">
            <a:avLst/>
          </a:prstGeom>
          <a:solidFill>
            <a:srgbClr val="00BFA5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MISSION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Leader in Interactive Gaming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혁신적인 기술로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세계를 연결하다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Connection: 사람과 기술의 연결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3063240"/>
            <a:ext cx="73152" cy="73152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Innovation: 웹 기술의 한계를 넘는 혁신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3794760"/>
            <a:ext cx="73152" cy="73152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Enjoyment: 순수한 즐거움의 추구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4526280"/>
            <a:ext cx="73152" cy="73152"/>
          </a:xfrm>
          <a:prstGeom prst="ellipse">
            <a:avLst/>
          </a:prstGeom>
          <a:solidFill>
            <a:srgbClr val="00BFA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34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67512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Mabu Interactive. All rights reserved.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286000" cy="18288"/>
          </a:xfrm>
          <a:prstGeom prst="rect">
            <a:avLst/>
          </a:prstGeom>
          <a:solidFill>
            <a:srgbClr val="FF5E5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&amp; Level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2286000"/>
            <a:ext cx="2286000" cy="18288"/>
          </a:xfrm>
          <a:prstGeom prst="rect">
            <a:avLst/>
          </a:prstGeom>
          <a:solidFill>
            <a:srgbClr val="FFA568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Hansuni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Art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286000" cy="18288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1792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&amp; Server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0" y="2286000"/>
            <a:ext cx="2286000" cy="18288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22860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00BFA5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MABU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Journey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Us.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contact@mabu.interactive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486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2BE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www.mabu.interactive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</Words>
  <Application>Microsoft Office PowerPoint</Application>
  <PresentationFormat>와이드스크린</PresentationFormat>
  <Paragraphs>50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마부 인터랙티브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마부 인터랙티브 회사 브로슈어</dc:title>
  <dc:subject>회사 소개 브로슈어</dc:subject>
  <dc:creator>피터 (총괄 사업PM)</dc:creator>
  <cp:lastModifiedBy>JACKSON</cp:lastModifiedBy>
  <cp:revision>2</cp:revision>
  <dcterms:created xsi:type="dcterms:W3CDTF">2026-02-10T17:07:47Z</dcterms:created>
  <dcterms:modified xsi:type="dcterms:W3CDTF">2026-02-10T17:48:12Z</dcterms:modified>
</cp:coreProperties>
</file>