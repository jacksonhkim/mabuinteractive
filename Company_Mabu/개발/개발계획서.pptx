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계획서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175504" y="4114800"/>
            <a:ext cx="1828800" cy="45720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457200" y="43891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 · 로드맵 · 기술 노트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또또 (AI개발 매니저)  |  마부 인터랙티브  |  2026.02.11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DFE6E9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로드맵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828800" y="2834640"/>
            <a:ext cx="1371600" cy="45720"/>
          </a:xfrm>
          <a:prstGeom prst="rect">
            <a:avLst/>
          </a:prstGeom>
          <a:ln/>
        </p:spPr>
      </p:sp>
      <p:sp>
        <p:nvSpPr>
          <p:cNvPr id="5" name="Text 3"/>
          <p:cNvSpPr/>
          <p:nvPr/>
        </p:nvSpPr>
        <p:spPr>
          <a:xfrm>
            <a:off x="182880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~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일정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10058400" cy="1097280"/>
          </a:xfrm>
          <a:prstGeom prst="rect">
            <a:avLst>
              <a:gd name="adj" fmla="val 8333"/>
            </a:avLst>
          </a:prstGeom>
          <a:solidFill>
            <a:srgbClr val="F7F9F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463040"/>
            <a:ext cx="91440" cy="1097280"/>
          </a:xfrm>
          <a:prstGeom prst="rect">
            <a:avLst/>
          </a:prstGeom>
          <a:solidFill>
            <a:srgbClr val="FF5E5E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45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1: 코어 엔진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Canvas 렌더링 최적화, 8방향 관성 비행 물리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10058400" cy="1097280"/>
          </a:xfrm>
          <a:prstGeom prst="rect">
            <a:avLst>
              <a:gd name="adj" fmla="val 8333"/>
            </a:avLst>
          </a:prstGeom>
          <a:solidFill>
            <a:srgbClr val="F7F9FC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926080"/>
            <a:ext cx="91440" cy="1097280"/>
          </a:xfrm>
          <a:prstGeom prst="rect">
            <a:avLst/>
          </a:prstGeom>
          <a:solidFill>
            <a:srgbClr val="FFA568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108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2: 콘텐츠 시스템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리소스 로딩, 적 AI 탄막 패턴, 보스전 FSM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389120"/>
            <a:ext cx="10058400" cy="1097280"/>
          </a:xfrm>
          <a:prstGeom prst="rect">
            <a:avLst>
              <a:gd name="adj" fmla="val 8333"/>
            </a:avLst>
          </a:prstGeom>
          <a:solidFill>
            <a:srgbClr val="F7F9FC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389120"/>
            <a:ext cx="91440" cy="10972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572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3: 폴리싱 &amp; 배포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937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크로스 브라우징 테스트, 모바일 터치 최적화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또또 (AI개발 매니저) — 개발팀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마부 인터랙티브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마부 인터랙티브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 계획서</dc:title>
  <dc:subject>개발 로드맵</dc:subject>
  <dc:creator>또또 (AI개발 매니저)</dc:creator>
  <cp:lastModifiedBy>또또 (AI개발 매니저)</cp:lastModifiedBy>
  <cp:revision>1</cp:revision>
  <dcterms:created xsi:type="dcterms:W3CDTF">2026-02-10T17:07:47Z</dcterms:created>
  <dcterms:modified xsi:type="dcterms:W3CDTF">2026-02-10T17:07:47Z</dcterms:modified>
</cp:coreProperties>
</file>