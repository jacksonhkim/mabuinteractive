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🐝 또또의 모험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개발 현황 및 QA 전수 점검 보고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2026. 02. 12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5486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MABU INTERACTIVE - 피터 (Peter)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개발팀 (또또) 주요 성과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보스 스폰 시스템 최적화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bossSpawnedInStage 플래그 도입으로 중복 스폰 원천 차단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스테이지 전환 로직 정교화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보스 처치 후 3초 간의 클리어 연출 및 자동 다음 스테이지 로드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적 스폰 위치 버그 해결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화면 밖 자연스러운 진입을 위한 X좌표 보정 및 상하 여백 확보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폭탄 아이템 프리징 해결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오디오 컨텍스트 호환성 패치 및 사운드 트리거 로직 개선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 디자인팀 (한순이) 비주얼 고도화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아이템 가독성 대폭 강화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히트박스 30% 확대 (40px) 및 상징 문자 가독성 향상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아이템 특수 효과 추가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반짝이는 오로라(Aura) 연출로 습득 욕구 자극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스테이지 클리어 UI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건버드 스타일의 역동적 그라데이션 및 오버레이 적용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캐릭터 피드백 반영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또또 캐릭터의 100% 픽셀 퍼펙트 정합성 확보 진행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통합 QA 및 전략 피드백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점검 결과: 모든 크리티컬 버그(프리징, 무한 스폰) 해결 승인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피터: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2560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"디자인 완성도 최상급. 스테이지 3 이후 BGM 템포 상향 및 배경 계조 변화 제안"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 (기획):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"스테이지 전환 로직 합격. 차기 버전에서 '분기점' 시스템 기획 예정"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"폭발 및 획득음 딜레이 제거 완료. 타격감 대폭 향상 확인"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실무: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"플레이어 무적 시간 깜빡임 이펙트 선명도 강화 권고 (다음 스프린트)"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향후 프로젝트 로드맵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1: 스테이지 4~10 확장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고유 보스 패턴 및 테마 배경 제작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2: 슬랙 스코어보드 연동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실시간 랭킹 시스템 구축 및 채널 알림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3: 로컬 협동 모드 R&amp;D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- 2인 플레이 동기화 및 밸런싱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4: 모바일 컨트롤 최적화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가상 패드 조작감 정밀 튜닝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재미의 끝을 봅니다.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MABU INTERACTIVE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6675120"/>
            <a:ext cx="12192000" cy="137160"/>
          </a:xfrm>
          <a:prstGeom prst="rect">
            <a:avLst/>
          </a:prstGeom>
          <a:solidFill>
            <a:srgbClr val="64FFD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Mabu Interactive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또또의 모험 개발 현황 종합 보고서</dc:title>
  <dc:subject>또또의 모험 - 개발 현황 보고</dc:subject>
  <dc:creator>피터 (전략/QA 매니저)</dc:creator>
  <cp:lastModifiedBy>피터 (전략/QA 매니저)</cp:lastModifiedBy>
  <cp:revision>1</cp:revision>
  <dcterms:created xsi:type="dcterms:W3CDTF">2026-02-11T17:08:42Z</dcterms:created>
  <dcterms:modified xsi:type="dcterms:W3CDTF">2026-02-11T17:08:42Z</dcterms:modified>
</cp:coreProperties>
</file>