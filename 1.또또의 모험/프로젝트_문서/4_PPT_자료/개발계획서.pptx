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계획서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3657600" cy="13716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개요, 로드맵, 기술 노트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또또 (AI개발 매니저)  |  안티그래비티  |  2026.02.11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011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장르, 개발 환경, 핵심 목표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423160"/>
            <a:ext cx="9144000" cy="457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로드맵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1~3 단계별 계획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3703320"/>
            <a:ext cx="9144000" cy="457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06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8288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노트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트래킹 및 진행 상황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4983480"/>
            <a:ext cx="9144000" cy="4572"/>
          </a:xfrm>
          <a:prstGeom prst="rect">
            <a:avLst/>
          </a:prstGeom>
          <a:solidFill>
            <a:srgbClr val="2A2A2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54480"/>
          <a:ext cx="100584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7772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또또의 모험 (The Adventure of Toto)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횡스크롤 픽셀 액션 슈팅 (웹 기반)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환경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HTML5 Canvas, Vanilla JavaScript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목표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고퀄리티 아트와 정교한 탄막 액션을 웹 브라우저 60fps로 구현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로드맵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~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로드맵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1: 코어 엔진 구축 (현재)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Canvas 기반 렌더링 엔진 최적화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8방향 관성 비행 물리 로직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픽셀 퍼펙트 히트박스 충돌 시스템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2: 콘텐츠 시스템 (예정)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6118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스테이지별 동적 리소스 로딩 (10스테이지)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적 AI 및 탄막 패턴 알고리즘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보스전 상태 머신(FSM) 설계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3: 폴리싱 및 배포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52578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크로스 브라우징 테스트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모바일 최적화 및 터치 컨트롤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노트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2026-02-10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노트 (2026-02-10)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브라우저의 가비지 컬렉터로 인한 프레임 드랍 우려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오브젝트 풀링(Object Pooling) 기술 적용 → 메모리 할당 최소화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0175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캔버스 레이아웃 설정 완료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game/ 폴더 내 index.html, style.css, game.js 기본 구조 구축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8방향 관성 이동 시스템 프로토타입 구현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 (AI개발 매니저) — 개발팀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안티그래비티 |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안티그래비티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 계획서</dc:title>
  <dc:subject>개발 로드맵 및 기술 노트</dc:subject>
  <dc:creator>또또 (AI개발 매니저)</dc:creator>
  <cp:lastModifiedBy>또또 (AI개발 매니저)</cp:lastModifiedBy>
  <cp:revision>1</cp:revision>
  <dcterms:created xsi:type="dcterms:W3CDTF">2026-02-11T11:21:11Z</dcterms:created>
  <dcterms:modified xsi:type="dcterms:W3CDTF">2026-02-11T11:21:11Z</dcterms:modified>
</cp:coreProperties>
</file>