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시안 보고서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657600" cy="13716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캐릭터, 에너미, 보스 디자인 컨셉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한순이 (아트 디렉터)  |  안티그래비티  |  2026.02.11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 일러스트 시안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 캐릭터 최종 디자인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423160"/>
            <a:ext cx="9144000" cy="45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적 디자인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말벌 정찰병 / 춤추는 나비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3520440"/>
            <a:ext cx="9144000" cy="45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디자인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대장 말벌 버즈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4617720"/>
            <a:ext cx="9144000" cy="45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컨셉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 비주얼 가이드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5715000"/>
            <a:ext cx="9144000" cy="4572"/>
          </a:xfrm>
          <a:prstGeom prst="rect">
            <a:avLst/>
          </a:prstGeom>
          <a:solidFill>
            <a:srgbClr val="2A2A2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 일러스트 시안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 캐릭터 최종 디자인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 (주인공)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안경을 쓴 귀여운 꿀벌 디자인 확정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키포인트: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8346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날개 짓의 떨림과 안경의 반짝임 표현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8방향 비행에 대응하는 자연스러운 기울기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피격 시 깜빡임 + 감정 표현 변화 (평범, 놀람, 분노, 슬픔)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1645920"/>
            <a:ext cx="3657600" cy="4114800"/>
          </a:xfrm>
          <a:prstGeom prst="rect">
            <a:avLst>
              <a:gd name="adj" fmla="val 1250"/>
            </a:avLst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ch_player1.png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(캐릭터 이미지)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1: 평화로운 시작 - 적군 시안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6종의 곤충-스팀펑크 하이브리드 적군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일반 적군 리스트 (1-3)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Scout Wasp (정찰 말벌)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스팀펑크 고글을 쓴 말벌. 직선 비행하며 하단으로 독침 1발 발사.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Dancing Butterfly (춤추는 나비)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화려하고 날카로운 날개. 사인파(Sine) 궤적으로 이동하며 충돌 유도.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Steam Beetle (증기 딱정벌레)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709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등에 증기 파이프가 달린 장갑 벌레. 느리지만 강력한 3방향 확산탄 발사.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일반 적군 리스트 (4-6)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Leaf Hopper (잎새 메뚜기)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보호색을 띤 메뚜기. 화면 아래에서 위로 급격히 도약하여 기습.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Pollen Bomber (꽃가루 폭탄벌)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동그란 배에 꽃가루 폭탄 장착. 파괴 시 8방향으로 파편 탄환 비산.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Drill Dragonfly (드릴 잠자리)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709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가늘고 긴 엔진 몸체. 조준 후 순식간에 직선으로 돌진하는 고속기.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2: 안개 낀 풀숲 - 적군 시안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및 잠입 컨셉의 적군 6종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 주요 적군 구성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Glow Moth (발광 나방)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안갯속에서 빛나는 탄환 사격. 탄환 주변 시야 확보 기믹.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Shadow Spider (그림자 거미)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천장에서 하강. 끈적한 거미줄을 쏴서 플레이어 이동 범위 제한.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Night Bat (밤의 박쥐)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스팀펑크 음파 탐지기 장착. 링 형태의 음파로 플레이어 둔화.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Silent Mosquito (침묵의 모기)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작고 빠른 기체. 지그재그로 이동하며 탄막 사이를 파고듦.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Bio-Snail (발광 달팽이)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배닥에 데미지를 입히는 빛나는 점막 생성.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Neon Firefly (네온 반딧불이)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5마리가 편대를 이뤄 V자 형태로 합동 공격.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디자인: 대장 말벌 "버즈" (General Buzz)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텐가이 스타일의 다단계 변신 보스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스펙 및 Phase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크기: 플레이어의 5배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무장: 개틀링 독침포, 제트 엔진 날개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패턴: 플레이어 조준 탄환 및 고속 돌진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645920"/>
            <a:ext cx="3657600" cy="41148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boss_buzz_p1.png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(Phase 1 이미지)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2: Armor Break (광폭화)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 50% 미만 시 외갑 파괴 연출과 함께 메카닉 본체 노출.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공격 속도 1.5배 증가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부채꼴 탄막 난사 및 지원군 소환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645920"/>
            <a:ext cx="3657600" cy="41148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boss_buzz_p2.png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(Armor Break 이미지)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컨셉 및 스테이지 대화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5중 패럴랙스 배경과 내러티브 시스템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시각적 스타일 가이드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Stage 1: 따뜻한 햇살, 숲 속 꽃밭 (Green/Yellow/Blue)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Stage 2: 몽환적인 밤의 숲 (Deep Blue/Purple/Cyan)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Stage 10: 황금빛 기계 공장 (Gold/Black/Red)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한순이 (아트 디렉터) — 디자인팀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안티그래비티 |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안티그래비티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 시안 보고서</dc:title>
  <dc:subject>캐릭터 및 보스 디자인</dc:subject>
  <dc:creator>한순이 (아트 디렉터)</dc:creator>
  <cp:lastModifiedBy>한순이 (아트 디렉터)</cp:lastModifiedBy>
  <cp:revision>1</cp:revision>
  <dcterms:created xsi:type="dcterms:W3CDTF">2026-02-11T11:21:11Z</dcterms:created>
  <dcterms:modified xsi:type="dcterms:W3CDTF">2026-02-11T11:21:11Z</dcterms:modified>
</cp:coreProperties>
</file>