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또또의 모험 (The Adventure of Toto)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및 사업 현황 보고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175504" y="4114800"/>
            <a:ext cx="18288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마스터 (Documentation Architect)  |  2026-02-11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요약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5720" cy="914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가치 통합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마부 인터랙티브(Mabu Interactive) 신규 BI 및 전사적 브랜드 가이드라인 적용 완료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45720" cy="914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지향점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 Canvas 기반 최고의 60FPS 픽셀 슈팅 퍼포먼스 및 8방향 비행 엔진 확보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45720" cy="914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사업적 마일스톤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1 보스전 프로토타입 개발 진입 및 전 10스테이지 메인 시나리오 확정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MILESTONES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개발 성과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200400" cy="45720"/>
          </a:xfrm>
          <a:prstGeom prst="rect">
            <a:avLst/>
          </a:prstGeom>
          <a:solidFill>
            <a:srgbClr val="FF5E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Engine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60FPS 최적화 엔진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8방향 관성 비행 물리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피셀 퍼펙트 충돌 판정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200400" cy="45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&amp; Art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픽셀 아트 엔진 V2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5단 패럴랙스 배경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God Rays 광원 효과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200400" cy="45720"/>
          </a:xfrm>
          <a:prstGeom prst="rect">
            <a:avLst/>
          </a:prstGeom>
          <a:solidFill>
            <a:srgbClr val="FFA568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 &amp; UX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46720" y="27432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사운드 합성기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반응형 멀티 플랫폼 UI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슬랙 연동 자동 보고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PLANNING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및 콘텐츠 설계 현황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 기획 회의 결과: 스테이지 및 보스 상세 설계 확정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698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테마 명칭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보스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평화로운 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대장 말벌 버즈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직선 돌진 및 탄막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거미의 감옥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여왕 거미 아라크네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구속 및 소환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황금의 심판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황금 말벌 황제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 변신 탄막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BE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총 10개 스테이지 및 20종 이상의 유니크 에너미 설계 완료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주요 개발 과제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E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Boss Prototype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1 보스 '버즈'의 복합 공격 패턴 및 AI 상태 머신 구현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E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Optimization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탄막 연산을 위한 오브젝트 풀링(Object Pooling) 시스템 도입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E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Gimmick Dev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 고유 지형 지물 및 상호작용 가능한 환경 기믹 시스템 구축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마부 인터랙티브 (Mabu Interactive) | 문서 마스터 (Documentation Architect)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마부 인터랙티브 (Mabu Interactive)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 및 사업 현황 보고</dc:title>
  <dc:subject>PptxGenJS Presentation</dc:subject>
  <dc:creator>문서 마스터 (Documentation Architect)</dc:creator>
  <cp:lastModifiedBy>문서 마스터 (Documentation Architect)</cp:lastModifiedBy>
  <cp:revision>1</cp:revision>
  <dcterms:created xsi:type="dcterms:W3CDTF">2026-02-11T08:55:21Z</dcterms:created>
  <dcterms:modified xsi:type="dcterms:W3CDTF">2026-02-11T08:55:21Z</dcterms:modified>
</cp:coreProperties>
</file>