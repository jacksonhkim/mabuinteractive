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리소스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657600" cy="13716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컨셉, BGM, SFX, 기술 가이드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개발지원팀 (사운드)  |  안티그래비티  |  2026.02.11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컨셉 개요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픽셀 사운드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컨셉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장르: 뉴트로 픽셀 슈팅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레트로 감성 + 현대적 오케스트레이션이 결합된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'하이브리드 픽셀 사운드'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꿀벌 또또의 경쾌함 ↔ 기계 제국의 묵직한 기계음 대조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전략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572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Web Audio API 활용 오디오 스프라이트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.webp / .ogg (96kbps) 포맷 경량화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리스트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 배경 음악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배경음악 (BGM)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515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828800"/>
                <a:gridCol w="5029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사운드 특징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평화로운 꽃밭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희망적, 경쾌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하이햇 비트, 밝은 신스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은빛 폭포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웅장, 시원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물소리 환경음, 리버브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불타는 고향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긴박, 비극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스트링 앙상블, 디스토션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황금의 심판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비장, 절정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풀 오케스트라 + 8비트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효과음 (SFX)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효과음 (SFX) 설계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09728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572000"/>
                <a:gridCol w="27432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SFX 명칭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사운드 특징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Stinger Shot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플레이어 발사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'푝!' 경쾌한 고주파음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Enemy Explode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 파괴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'콰쾅!' 묵직한 저음역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Hit Damage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플레이어 피격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'윽!' 짧은 둔탁 노이즈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Very High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Collect Item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아이템 획득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'띠링!' 맑은 상향식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Bee Wing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플레이어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'위잉-' 미세한 고주파 루프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가이드라인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 Sprite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SFX를 하나의 파일에 합쳐 로딩 횟수 단축 (0.1s 간격 배치)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 Pitch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탄환 발사 시 피치를 ±5% 랜덤화 → 청각적 피로도 감소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Occlusion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 스테이지에서 저역 통과 필터(LPF) → 공간감 부여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개발지원팀 (사운드)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안티그래비티 |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안티그래비티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사운드 리소스 명세서</dc:title>
  <dc:subject>사운드 컨셉 및 기술 가이드</dc:subject>
  <dc:creator>개발지원팀</dc:creator>
  <cp:lastModifiedBy>개발지원팀</cp:lastModifiedBy>
  <cp:revision>1</cp:revision>
  <dcterms:created xsi:type="dcterms:W3CDTF">2026-02-11T11:21:11Z</dcterms:created>
  <dcterms:modified xsi:type="dcterms:W3CDTF">2026-02-11T11:21:11Z</dcterms:modified>
</cp:coreProperties>
</file>