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🐝 또또의 모험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기획서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3200400" cy="18288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· 시스템 · 콘텐츠 · UI/UX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뽀 (기획팀장)  |  안티그래비티  |  2026.02.11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457200" cy="45720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기획서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시놉시스, 10 스테이지 서사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2240280"/>
            <a:ext cx="9144000" cy="274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606040"/>
            <a:ext cx="457200" cy="45720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기획서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조작, 아이템, 속성 변신 시스템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3337560"/>
            <a:ext cx="9144000" cy="274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기획서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디자인, 수집 요소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0" y="4434840"/>
            <a:ext cx="9144000" cy="274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기획서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HUD, 대화창, 메뉴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45920" y="5532120"/>
            <a:ext cx="9144000" cy="2743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기획서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1371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시놉시스 및 스테이지별 서사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시놉시스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10058400" cy="3200400"/>
          </a:xfrm>
          <a:prstGeom prst="rect">
            <a:avLst>
              <a:gd name="adj" fmla="val 2286"/>
            </a:avLst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45920"/>
            <a:ext cx="9601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평화로운 꿀벌 마을의 최고 비행사 '또또'.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날 말벌 부대와 정체불명의 드론들이 마을을 습격하여 여왕벌과 동료들을 납치한다.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또또는 그들의 배후에 숲을 기계 공장으로 만들려는 '기계 제국'이 있음을 알게 되고, 홀로 제국의 심장부로 향한다.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서사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평화로운 시작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371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"오늘따라 숲이 너무 조용한 걸?"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42316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안개 낀 풀숲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377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"기계 녀석들과 손을 잡았다고?"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42900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은빛 폭포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383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"이곳은 아무도 지나갈 수 없다!"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43484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바람의 협곡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4389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바람... 자연적인 게 아니야"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44068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440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5394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거미의 감옥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5394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"천장에 거대한 여왕이 살고 있어!"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서사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불타는 고향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371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"감히 우리 마을을... 용서하지 않겠어!"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42316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고철의 무덤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377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고철들이 우리 숲을 갉아먹고 있었군"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42900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플랜트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383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"3분 안에 중앙 제어 장치를 파괴해야 해!"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43484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하늘의 요새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4389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"황금 말벌! 넌 자존심도 버린 거냐!"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440680"/>
            <a:ext cx="320040" cy="320040"/>
          </a:xfrm>
          <a:prstGeom prst="ellipse">
            <a:avLst/>
          </a:prstGeom>
          <a:solidFill>
            <a:srgbClr val="E8766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440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5394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황금의 심판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5394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"모두의 희망을 이 독침에 담았다!"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기획서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1371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· 아이템 · 속성 변신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변신 아이템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10058400" cy="1371600"/>
          </a:xfrm>
          <a:prstGeom prst="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 파이어 칠리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전방 화염 방사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Stage 2, 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10058400" cy="1371600"/>
          </a:xfrm>
          <a:prstGeom prst="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❄️ 아이스 민트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3갈래 유도 얼음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Stage 1, 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663440"/>
            <a:ext cx="10058400" cy="1371600"/>
          </a:xfrm>
          <a:prstGeom prst="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썬더 레몬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관통 레이저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Stage 3, 7, 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기획서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1371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맵 디자인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맵 디자인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6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평화로운 시작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초록빛 숲, 파란 하늘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튜토리얼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안개 낀 풀숲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짙은 녹색, 안개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거미줄 속도 감소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은빛 폭포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폭포수 동굴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낙수 밀림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바람의 협곡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붉은 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강풍 밀림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거미의 감옥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거미줄 동굴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동료 구출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기획서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1371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· 대화창 · 메뉴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설계 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828800" cy="10973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상단, 6자리 숫자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상단, ❤ 아이콘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1/3, 포트레이트 + 타이핑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6634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63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6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D-PAD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하단 터치 십자키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0" y="3291840"/>
            <a:ext cx="2743200" cy="13716"/>
          </a:xfrm>
          <a:prstGeom prst="rect">
            <a:avLst/>
          </a:prstGeom>
          <a:solidFill>
            <a:srgbClr val="E8766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뽀 (기획팀장) — 기획팀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안티그래비티 |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920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Antigravity. All rights reserved.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안티그래비티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종합 기획서</dc:title>
  <dc:subject>또또의 모험 종합 기획서</dc:subject>
  <dc:creator>뽀 (기획팀장)</dc:creator>
  <cp:lastModifiedBy>뽀 (기획팀장)</cp:lastModifiedBy>
  <cp:revision>1</cp:revision>
  <dcterms:created xsi:type="dcterms:W3CDTF">2026-02-10T17:02:43Z</dcterms:created>
  <dcterms:modified xsi:type="dcterms:W3CDTF">2026-02-10T17:02:43Z</dcterms:modified>
</cp:coreProperties>
</file>