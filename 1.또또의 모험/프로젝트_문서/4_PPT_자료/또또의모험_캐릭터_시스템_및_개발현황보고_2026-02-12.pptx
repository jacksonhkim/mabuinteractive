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F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또또의 모험 (The Adventure of Toto)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시스템 확장 및 개발 현황 보고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5175504" y="4114800"/>
            <a:ext cx="1828800" cy="45720"/>
          </a:xfrm>
          <a:prstGeom prst="rect">
            <a:avLst/>
          </a:prstGeom>
          <a:ln/>
        </p:spPr>
      </p:sp>
      <p:sp>
        <p:nvSpPr>
          <p:cNvPr id="5" name="Text 3"/>
          <p:cNvSpPr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개발 매니저 또또 (Ttotto)  |  2026-02-12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개요 및 주요 업데이트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Mabu Interactive. All rights reserved.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45720" cy="91440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시스템 확장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240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또또(Toto) 외 4종의 신규 플레이어 캐릭터 추가 및 고유 스탯 부여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45720" cy="91440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UI/UX 고도화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3611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시작 전 캐릭터 선택 시스템(Character Selection) 구축 및 픽셀 아트 반영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572000"/>
            <a:ext cx="45720" cy="91440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 성능 최적화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4983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캐릭터별 탄환 물리 연산 최적화 및 상태 머신 고도화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CHARACTERS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플레이어 캐릭터 상세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Mabu Interactive. All rights reserved.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2286000" cy="32004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5E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Lulu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1920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Type: Speed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 Fire Rate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286000" cy="32004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A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Kaka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2926080"/>
            <a:ext cx="1920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Type: Power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Heavy Damage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2286000" cy="32004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F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Momo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2926080"/>
            <a:ext cx="1920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Type: Defense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Wide Shot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961120" y="2011680"/>
            <a:ext cx="2286000" cy="32004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FE6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Pipi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2926080"/>
            <a:ext cx="1920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Type: Special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Homing/Dragonfly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QA &amp; STABILITY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버그 수정 및 안정성 개선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Mabu Interactive. All rights reserved.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보스 중복 스폰 해결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스테이지 전환 시 보스 개체가 잔류하던 리소스 누수 및 중복 생성 버그 수정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탄환 판정 정밀도 향상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749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픽셀 퍼펙트 충돌 알고리즘 개선을 통해 피격 판정 신뢰도 99% 달성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754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사운드 지연 레이턴시 제거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5120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AudioBuffer 캐싱 시스템 도입으로 탄환 발사 시 사운드 딜레이 해결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NEXT STEPS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 로드맵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Mabu Interactive. All rights reserved.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9144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스테이지 2-10 밸런싱 테스트</a:t>
            </a:r>
            <a:endParaRPr lang="en-US" sz="1800" dirty="0"/>
          </a:p>
          <a:p>
            <a:pPr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캐릭터별 고유 필살기(Bomb) 연출 고도화</a:t>
            </a:r>
            <a:endParaRPr lang="en-US" sz="1800" dirty="0"/>
          </a:p>
          <a:p>
            <a:pPr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전사 슬랙 연동을 통한 실시간 버그 리포팅 시스템 구축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6032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마부 인터랙티브 (Mabu Interactive) | AI 개발 매니저 또또 (Ttotto)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마부 인터랙티브 (Mabu Interactive)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캐릭터 시스템 확장 및 개발 현황 보고</dc:title>
  <dc:subject>PptxGenJS Presentation</dc:subject>
  <dc:creator>AI 개발 매니저 또또 (Ttotto)</dc:creator>
  <cp:lastModifiedBy>AI 개발 매니저 또또 (Ttotto)</cp:lastModifiedBy>
  <cp:revision>1</cp:revision>
  <dcterms:created xsi:type="dcterms:W3CDTF">2026-02-11T17:28:09Z</dcterms:created>
  <dcterms:modified xsi:type="dcterms:W3CDTF">2026-02-11T17:28:09Z</dcterms:modified>
</cp:coreProperties>
</file>