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텐가이 시스템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리서치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657600" cy="13716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또또의 모험 설계를 위한 핵심 메커니즘 분석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피터 (총괄 사업PM)  |  안티그래비티  |  2026.02.11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 및 판정 시스템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Combat &amp; Hitbox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이원화된 피격 판정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탄환 피격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생명력(라이프) 상실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기체 충돌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기절(Stun) + 파워업 1단계 하락 (웹 유저 친화적)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피탄 판정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중심부의 아주 작은 영역 → '아슬아슬한 재미' 극대화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액션 레이어 구조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파워업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45920" y="2651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샷/옵션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소환물 독자 궤적 공격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차지 공격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근거리 참격, 소환물 돌진 등 다양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846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무적 시간 + 화면 전체 제어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디자인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&amp; Level Design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난이도 &amp; 분기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난이도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첫 3개 스테이지: 4개 후보 중 무작위 순서로 등장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동일 스테이지라도 순서에 따라 배경 시간대/적 밀도 변화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루프(Loop) 시스템: 1회차 클리어 후 2주차 난이도 급상승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서사적 분기 시스템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114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5스테이지 선택지: 정면 돌파(기계) vs 비밀 통로(요괴)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엔딩 및 획득 보상과 직결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스코어링 시스템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Scoring &amp; Economy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2743200" cy="13716"/>
          </a:xfrm>
          <a:prstGeom prst="rect">
            <a:avLst/>
          </a:prstGeom>
          <a:solidFill>
            <a:srgbClr val="44444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스코어링 메커니즘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코인 로테이션 보너스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코인 정면(넓은 면) 획득 = 2,000점 / 그 외 = 200~1,000점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탄막 회피 + 코인 타이밍 계산의 고급 플레이 유도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비축 보너스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657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폭탄 게이지 만충 상태에서 폭탄 아이템 획득 = 10,000점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'사용 vs 비축' 전략적 선택 강요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기획적 시사점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10973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기하학적 판정(원/박스) + 스프라이트 중심 설계 → 드로우콜 최소화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0E0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코인 점수를 유저의 배당 포인트로 치환 → 경제 루프(Tokenomics) 구축 가능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39712"/>
            <a:ext cx="12192000" cy="18288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피터 (총괄 사업PM) — 사업팀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안티그래비티 |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안티그래비티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텐가이 시스템 분석</dc:title>
  <dc:subject>게임 디자인 심층 분석 리서치</dc:subject>
  <dc:creator>피터 (총괄 사업PM)</dc:creator>
  <cp:lastModifiedBy>피터 (총괄 사업PM)</cp:lastModifiedBy>
  <cp:revision>1</cp:revision>
  <dcterms:created xsi:type="dcterms:W3CDTF">2026-02-11T11:21:11Z</dcterms:created>
  <dcterms:modified xsi:type="dcterms:W3CDTF">2026-02-11T11:21:11Z</dcterms:modified>
</cp:coreProperties>
</file>