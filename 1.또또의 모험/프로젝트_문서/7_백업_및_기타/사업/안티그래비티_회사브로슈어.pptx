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안티그래비티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743200" cy="18288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소개 브로슈어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Games Beyond Gravity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10058400" cy="2286000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5544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안티그래비티는 "중력을 거스르는 창의력"을 모토로 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게임 개발 스튜디오입니다.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기반 기술로 누구나 접근 가능한 고퀄리티 게임을 만들고,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기술과 결합하여 미래형 인터랙티브 엔터테인먼트를 창조합니다.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30175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114800"/>
            <a:ext cx="3017520" cy="3657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4114800"/>
            <a:ext cx="30175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4114800"/>
            <a:ext cx="3017520" cy="3657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0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+ Web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89120" y="5212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4114800"/>
            <a:ext cx="30175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0" y="4114800"/>
            <a:ext cx="3017520" cy="3657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63840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또또의 모험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63840" y="5212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타이틀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MISSION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비전과 미션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4846320" cy="365760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371600"/>
            <a:ext cx="4846320" cy="3657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중력을 거스르는 창의력으로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게임의 새로운 경계를 여는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게임 크리에이터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4846320" cy="365760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371600"/>
            <a:ext cx="4846320" cy="36576"/>
          </a:xfrm>
          <a:prstGeom prst="rect">
            <a:avLst/>
          </a:prstGeom>
          <a:solidFill>
            <a:srgbClr val="7EC8C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누구나 접근 가능한 웹 게임 개발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인터랙티브 경험 창조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글로벌 시장 도전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제작자-유저 간 직접 소통 문화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71600"/>
            <a:ext cx="2560320" cy="3657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828800"/>
            <a:ext cx="1371600" cy="1371600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뽀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기획팀장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시스템/레벨 디자인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37160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371600"/>
            <a:ext cx="2560320" cy="36576"/>
          </a:xfrm>
          <a:prstGeom prst="rect">
            <a:avLst/>
          </a:prstGeom>
          <a:solidFill>
            <a:srgbClr val="7EC8C8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9080" y="1828800"/>
            <a:ext cx="1371600" cy="1371600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7472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한순이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 디렉터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캐릭터/배경 디자인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371600"/>
            <a:ext cx="2560320" cy="36576"/>
          </a:xfrm>
          <a:prstGeom prst="rect">
            <a:avLst/>
          </a:prstGeom>
          <a:solidFill>
            <a:srgbClr val="3A4A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1828800"/>
            <a:ext cx="1371600" cy="1371600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AI개발 매니저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엔진/서버 개발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61120" y="137160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961120" y="1371600"/>
            <a:ext cx="2560320" cy="36576"/>
          </a:xfrm>
          <a:prstGeom prst="rect">
            <a:avLst/>
          </a:prstGeom>
          <a:solidFill>
            <a:srgbClr val="E8976A"/>
          </a:solidFill>
          <a:ln/>
        </p:spPr>
      </p:sp>
      <p:sp>
        <p:nvSpPr>
          <p:cNvPr id="31" name="Shape 29"/>
          <p:cNvSpPr/>
          <p:nvPr/>
        </p:nvSpPr>
        <p:spPr>
          <a:xfrm>
            <a:off x="9555480" y="1828800"/>
            <a:ext cx="1371600" cy="1371600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32" name="Text 30"/>
          <p:cNvSpPr/>
          <p:nvPr/>
        </p:nvSpPr>
        <p:spPr>
          <a:xfrm>
            <a:off x="955548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96112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611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사업PM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전략/리서치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프로젝트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10058400" cy="4572000"/>
          </a:xfrm>
          <a:prstGeom prst="roundRect">
            <a:avLst>
              <a:gd name="adj" fmla="val 1600"/>
            </a:avLst>
          </a:prstGeom>
          <a:solidFill>
            <a:srgbClr val="F7F7F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371600"/>
            <a:ext cx="10058400" cy="3657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645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🐝 또또의 모험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Adventure of Toto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장르: 횡스크롤 액션 슈팅 (웹 기반)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플랫폼: 웹 브라우저 (PC/모바일)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스택: HTML5 Canvas, JavaScript, Web Audio API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 쓴 꿀벌 "또또"가 기계 제국으로부터 숲과 동료를 구하는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스테이지 아케이드 슈팅 게임.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속성 변신 시스템 (파이어/아이스/썬더)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건버드/텐가이 스타일 탄막 디자인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레트로 감성 + 모던 벡터 아트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Gaming Engine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2788920"/>
            <a:ext cx="109728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 Canvas 기반 60fps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고성능 렌더링 엔진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788920"/>
            <a:ext cx="109728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레벨 디자인 및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QA 시스템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🎵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2788920"/>
            <a:ext cx="109728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Audio API 기반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사운드 엔진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13716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9611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2788920"/>
            <a:ext cx="109728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PC/모바일 반응형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원빌드 멀티 플랫폼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안티그래비티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0" y="3291840"/>
            <a:ext cx="2743200" cy="1371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Games Beyond Gravity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📧 contact@antigravity.studio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www.antigravity.studio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Seoul, South Korea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Antigravity. All rights reserved.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안티그래비티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안티그래비티 회사 브로슈어</dc:title>
  <dc:subject>회사 소개 브로슈어</dc:subject>
  <dc:creator>피터 (총괄 사업PM)</dc:creator>
  <cp:lastModifiedBy>피터 (총괄 사업PM)</cp:lastModifiedBy>
  <cp:revision>1</cp:revision>
  <dcterms:created xsi:type="dcterms:W3CDTF">2026-02-10T17:02:44Z</dcterms:created>
  <dcterms:modified xsi:type="dcterms:W3CDTF">2026-02-10T17:02:44Z</dcterms:modified>
</cp:coreProperties>
</file>